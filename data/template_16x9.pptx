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AB31CF-6DB7-3783-6E7A-464A9DB22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032C0D-ED6E-57DD-FBE0-8D92C82D9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94377-BEDE-5E53-7228-977905FD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C51AE5-F3E1-02FB-32C2-EC9669AC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9B240E-7775-EA13-5E98-09E45651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27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CB780-CCF1-69C9-EEA2-BB5275E6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BFB43B-35C9-921D-D72B-126496E04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C28C48-78CA-9331-6A48-0F93A35F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164939-20BE-EBBA-AE4C-979180CB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B289A1-27D5-5AA6-7DC6-9B91E2F7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EC6AC74-06FA-D305-B24D-F3497E1DEE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5178425"/>
            <a:ext cx="10515600" cy="10795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9259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3FAD3-53CC-CFD0-CEF7-C1F3D7E4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36E59E-9393-B2F8-8B1D-D98D59A3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8BC7E3-6A3B-4616-D825-D24E8606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80F4D3-6093-FF59-8F01-EFA154FD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B13D5E-9E15-D8D2-CA83-FBD28D0B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40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B84322-9C2E-72DA-AD6F-C02BE38D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242941-B178-F788-5F5D-3353AC2B6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EA9CB4-7350-BEB7-5F85-15F532914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73AAD1-618A-0002-3439-AE084AFB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A76861-5218-D078-B0B4-BDFAF4B7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4B295C-5425-4001-3CB9-8EF89AE7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50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68E093-D42E-0A69-5DD4-75CF6232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D82BD6-3AC7-2FE9-7077-DD43DBF7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D16448-9C65-82FC-CCCF-0C36D8199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332279B-AD8E-F5D1-D44B-1379E18DA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4C1953-C21D-69B9-681A-11A917F19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B0133B-9CD5-21D5-412E-2295ABAB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1766C9-CCCD-9F50-A10F-18B37799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EA8B01-58E8-3880-1AAD-8BFF705A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33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D9F4F0-4911-AB93-4BA7-D93D6674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A12E3A-F84A-001B-45B3-BF820F5A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8633CF-13B5-3415-8282-EEB9E364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330E62-F52D-7E5C-A7BB-8034E575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9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F0DCA9-C749-430C-F74E-C3D589B1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4E5054-9331-5C6B-C286-7AF3B439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9D8FEE-0E14-AC3B-A345-0ADDD032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45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9F79E-0F9D-AC71-5938-F49F32B3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935778-F100-E2C6-30DC-B9E8B2845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67C932-0473-9E91-4C6F-7354B590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A53E09-D93D-0111-C608-D8C8EB92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181267-564B-D21F-EBA5-C1637364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D32025-F781-452D-B6C0-E7836CC7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9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5474DE-E28A-F281-70F3-31613AA8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AC7E28-12A7-25D0-0E0F-90F8D6564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4A9213-F574-6673-855A-69CDFBCE7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164446-402A-A80A-37A8-86BFAE48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C6C680-8532-92D1-B048-F77A8883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41A691-C773-2BB3-9BDD-FFC3484B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58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F373C2-C06E-2D31-507A-F80D3732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E05E6A-A57C-5B64-298A-BFFD32F4B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A3D286-0DBA-862B-06C4-D994812E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C8700-22E2-47B9-9A66-D73CDD25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795FE-8348-DB34-A135-74D4B861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44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D7B8A2-0E46-7997-27CB-419D314A0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CCF937-6B01-D12B-BB89-D77A8678C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0BE067-14D6-7838-3F06-16C36449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F4A47A-C46B-B2AF-BB40-BA98A69C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905255-C7C7-9381-76D4-CA9E5CC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70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07E2F9-BE9E-7E36-C7F7-D613CF34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1"/>
            <a:ext cx="10515600" cy="901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D021F6-2DD0-EF6C-0AAF-516D6D9D3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5400"/>
            <a:ext cx="10515600" cy="48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710AB0-8F60-730C-EFBE-F8082EDEC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AE448-A84E-4AC6-B81C-4D0329D16C51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85D080-6FC3-5424-BCBA-95F73D6E7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07C69D-34A7-7201-963F-1B3BC10F8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C8FB6-BD9E-406B-9783-FB69D1935E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95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A990DF-4B68-9F64-1296-6C7D2720D8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5EA4ED-AAA3-C38E-10E3-B2C4601FE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26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55099-39C5-57F2-F680-0E3239F9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2D9C0-47FB-4EC4-8582-82E7DDC5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C82E70-5A11-6BB0-1B7D-16BBB48E0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78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Theme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fujimori.shinichiro.8a@ms.c.kyoto-u.ac.jp</dc:creator>
  <cp:lastModifiedBy>fujimori.shinichiro.8a@ms.c.kyoto-u.ac.jp</cp:lastModifiedBy>
  <cp:revision>10</cp:revision>
  <dcterms:created xsi:type="dcterms:W3CDTF">2025-09-30T21:59:57Z</dcterms:created>
  <dcterms:modified xsi:type="dcterms:W3CDTF">2025-10-01T20:52:24Z</dcterms:modified>
</cp:coreProperties>
</file>